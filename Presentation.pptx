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p13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762000" y="2286000"/>
            <a:ext cx="1120140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Bander-</a:t>
            </a:r>
            <a:r>
              <a:rPr b="1" i="0" lang="en-US" sz="5400" u="none" cap="none" strike="noStrike">
                <a:solidFill>
                  <a:srgbClr val="FF8C00"/>
                </a:solidFill>
                <a:latin typeface="Poppins"/>
                <a:ea typeface="Poppins"/>
                <a:cs typeface="Poppins"/>
                <a:sym typeface="Poppins"/>
              </a:rPr>
              <a:t>SHOP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762000" y="323076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Conception et Développement d'un PGI E-commerce C2C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62000" y="3838426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UE : Introduction aux Systèmes d'Information (L3 MIAGE)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62000" y="4524226"/>
            <a:ext cx="952500" cy="47625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19275"/>
            <a:ext cx="5238750" cy="44815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571500" y="571500"/>
            <a:ext cx="498062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Contexte &amp; Objectifs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571500" y="1400175"/>
            <a:ext cx="474345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71500" y="273546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 Contexte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3192660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 marché de la seconde main est en pleine expansion, porté par une volonté de consommation responsable (économie circulaire).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379118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 besoin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Une plateforme Web C2C (Consumer to Consumer) sécurisée permettant aux particuliers d'acheter et vendre des vêtements simplement.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810375" y="2200275"/>
            <a:ext cx="465058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Objectifs du Projet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3085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096125" y="2667000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Concevoir un </a:t>
            </a: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SI complet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(Front &amp; Back Office).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096125" y="3480196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Développer en </a:t>
            </a: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PHP Natif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(sans framework) pour maîtriser les fondamentaux.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096125" y="4293393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Gérer l'intégralité du processus métier : de l'inscription à la livraison.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096125" y="5106590"/>
            <a:ext cx="4143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Implémenter une interface "Admin" pour le pilotage de l'activité.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27051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351829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433149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514469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84102"/>
            <a:ext cx="3429000" cy="293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584102"/>
            <a:ext cx="3429000" cy="2937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584102"/>
            <a:ext cx="3429000" cy="293742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571071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Les Acteurs du Système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1400175"/>
            <a:ext cx="543877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85812" y="3774727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L'Acheteur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7250" y="4317652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Recherche multi-critères, gestion du panier, passage de commande sécurisé et suivi de livraison en temps réel.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595812" y="3774727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 Vendeur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67250" y="4317652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Mise en ligne d'articles (CRUD), gestion des stocks, suivi des ventes et interaction avec les acheteurs.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05812" y="3774727"/>
            <a:ext cx="300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L'Administrateur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77250" y="4317652"/>
            <a:ext cx="2857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Vision globale (KPIs), modération des utilisateurs et produits, gestion des litiges et maintenance du catalogue.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9300" y="306035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5962" y="306035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5962" y="3060352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478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-952500" y="4000500"/>
            <a:ext cx="3810000" cy="3810000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571500"/>
            <a:ext cx="569071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Architecture Technique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1400175"/>
            <a:ext cx="541972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381750" y="2197893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Stack Technique "Full Native"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78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667500" y="2655093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Back-end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PHP 7/8 (Programmation Procédurale &amp; PDO). Gestion fine des sessions et sécurité (injections SQL).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67500" y="380345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Base de Données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MySQL 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67500" y="4616648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Front-end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HTML</a:t>
            </a:r>
            <a:r>
              <a:rPr lang="en-US" sz="165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CSS</a:t>
            </a:r>
            <a:r>
              <a:rPr lang="en-US" sz="165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/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JavaScript pour la validation client.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67500" y="5429845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Serveur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InfinityFree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9319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4155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65474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546794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571500" y="1336774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Modèle de Données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2098774"/>
            <a:ext cx="762000" cy="38100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42262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 cœur du SI repose sur une base de données relationnelle robuste (e_boutique) :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57250" y="3273921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Users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Gestion centralisée des rôles (isAdmin).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57250" y="3751957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Products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Liés à un vendeur et une catégorie.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57250" y="4229992"/>
            <a:ext cx="46674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Orders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Historisation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des transactions.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57250" y="4708028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Order_Steps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Table critique pour la traçabilité (En cours, Expédié, Livré).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1202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79005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6809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4612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4650" y="1219200"/>
            <a:ext cx="6231925" cy="48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571500" y="571500"/>
            <a:ext cx="801100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Processus Métier : La Commande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1400175"/>
            <a:ext cx="762952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2613719"/>
            <a:ext cx="11049000" cy="35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Flux transactionnel géré via checkout.php et verification.js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1047750" y="3682305"/>
            <a:ext cx="10096500" cy="38100"/>
          </a:xfrm>
          <a:prstGeom prst="roundRect">
            <a:avLst>
              <a:gd fmla="val 16667" name="adj"/>
            </a:avLst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509712" y="3920430"/>
            <a:ext cx="333375" cy="333375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4444305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Panier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4720530"/>
            <a:ext cx="2209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Validation du contenu et calcul des totaux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719512" y="3920430"/>
            <a:ext cx="333375" cy="333375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2781300" y="4444305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Authentification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2781300" y="4720530"/>
            <a:ext cx="2209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Vérification de session (User Logged In)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929312" y="3920430"/>
            <a:ext cx="333375" cy="333375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4991100" y="4444305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Paiement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991100" y="4720530"/>
            <a:ext cx="2209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Validation JS (Luhn) &amp; simulation banque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8139112" y="3920430"/>
            <a:ext cx="333375" cy="333375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7200900" y="4444305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Transaction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200900" y="4720530"/>
            <a:ext cx="22098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beginTransaction() : Création commande + Débit Stock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10348912" y="3920430"/>
            <a:ext cx="333375" cy="333375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9410700" y="4444305"/>
            <a:ext cx="2209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Suivi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410700" y="4720530"/>
            <a:ext cx="2209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Mise à jour statut : "En préparation"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1478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671083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Back-Office Administrateur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400175"/>
            <a:ext cx="639127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2336899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Pilotage de l'activité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2794099"/>
            <a:ext cx="5238750" cy="689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Le fichier admin.php offre une vue d'ensemble sur la santé de la plateforme via des KPIs dynamiques :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509855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Fonction clé :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 La mise à jour des statuts de commande qui déclenche les notifications visuelles côté client.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57250" y="348347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Nombre d'inscrits total.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57250" y="3961507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Volume de ventes et Chiffre d'Affaires.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57250" y="443954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État des stocks critiques.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478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2157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960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7764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480964"/>
            <a:ext cx="4591050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13384"/>
            <a:ext cx="4591050" cy="2759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1955482" y="0"/>
            <a:ext cx="828103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Conclusion &amp; Perspectives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619750" y="1047750"/>
            <a:ext cx="952500" cy="37058"/>
          </a:xfrm>
          <a:prstGeom prst="roundRect">
            <a:avLst>
              <a:gd fmla="val 16667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805362" y="6492329"/>
            <a:ext cx="2581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Merci de votre attention.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504950" y="2766714"/>
            <a:ext cx="42205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Acquis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667500" y="2599134"/>
            <a:ext cx="42205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Évolutions (V2)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790700" y="3185814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Maîtrise du cycle de vie d'un projet Web.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790700" y="3663850"/>
            <a:ext cx="3733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Mise en place d’un PGI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1790700" y="4141886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Gestion complexe de base de données.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953250" y="3018234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Intégration API Paiement (Stripe).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953250" y="3496270"/>
            <a:ext cx="3733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Refonte avec Framework (Symfony/Laravel).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953250" y="4309467"/>
            <a:ext cx="3733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Application Mobile (React Native).</a:t>
            </a:r>
            <a:endParaRPr/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4950" y="322391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4950" y="37019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4950" y="417998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05633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53437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434756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/>
        </p:nvSpPr>
        <p:spPr>
          <a:xfrm>
            <a:off x="1143000" y="1143000"/>
            <a:ext cx="36204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1143000" y="1971675"/>
            <a:ext cx="344805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918519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/>
          <p:nvPr/>
        </p:nvSpPr>
        <p:spPr>
          <a:xfrm>
            <a:off x="1143000" y="365566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703290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1143000" y="444043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448806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0298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2238375" y="3023294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https://res.cloudinary.com/upwork-cloud/image/upload/c_scale,w_1000/v1722264307/catalog/1357719532625125376/rxirdqgf6qasusrjvr4p.jpg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2238375" y="3269009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www.upwork.com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8146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2238375" y="3808065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https://waz.smartdraw.com/entity-relationship-diagram/img/database-diagram-example.png?bn=15100111939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2238375" y="4053780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www.smartdraw.com</a:t>
            </a:r>
            <a:endParaRPr/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45993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2238375" y="4592835"/>
            <a:ext cx="8810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https://www.justinmind.com/wp-content/uploads/2018/12/6-best-practices-for-Dashboard-Design-Justinmind-header.png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2238375" y="4838551"/>
            <a:ext cx="8810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www.justinmind.com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